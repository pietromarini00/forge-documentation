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Manifests to Clean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with your actual GP2 clinical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SchemaForge  +  DataForge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You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clinical manifests from sites all over the world. Everyone names things differently. You're doing QC in spreadsheets. It hurts.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dna_volume_ul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a260_280_ratio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clinical_diagnosis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genotyping_lab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reported_sex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age_at_onset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828800"/>
            <a:ext cx="36576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4231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DNA_volume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r260_280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Genotyping_site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age_of_onset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7889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Forge Actually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in a pipeline. Define it, store it, map to it, check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011680"/>
            <a:ext cx="731520" cy="73152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48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Workbench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schema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60604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7373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154680" y="2011680"/>
            <a:ext cx="731520" cy="73152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148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5176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5176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 centrally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60604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17373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257800" y="2011680"/>
            <a:ext cx="731520" cy="73152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14884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5488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Harmonization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75488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incoming data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606040"/>
            <a:ext cx="320040" cy="32004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66560" y="1737360"/>
            <a:ext cx="1920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360920" y="2011680"/>
            <a:ext cx="731520" cy="73152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14884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5800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DataForge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85800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publish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57200" y="4389120"/>
            <a:ext cx="4023360" cy="3657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0"/>
          <p:cNvSpPr/>
          <p:nvPr/>
        </p:nvSpPr>
        <p:spPr>
          <a:xfrm>
            <a:off x="457200" y="4389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SchemaForge — define &amp; map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663440" y="4389120"/>
            <a:ext cx="4023360" cy="3657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4663440" y="4389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 — validate &amp; publish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Data: GP2 Clinical Manifest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real. 37 fields, 16 validation rules, 25 sample records.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46304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7744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46304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85216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743200"/>
            <a:ext cx="73152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GP2sampleID, GP2ID, sample_id, clinical_id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73152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Metadata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DNA_volume, DNA_conc, r260_280, Plate_name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401568"/>
            <a:ext cx="73152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diagnosis, sex, race, age, age_of_onset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401568"/>
            <a:ext cx="73152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family_index, family_history_pd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059936"/>
            <a:ext cx="73152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059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QC Fields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2885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GP2_phenotype, GP2_phenotype_for_qc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059936"/>
            <a:ext cx="73152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59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Metadata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2885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study_type, region, Genotyping_site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Build the Schema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Workbench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CDE list. AI finds the duplicates, suggests canonical names and types, you review and publish.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CDE list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or Excel)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8308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97180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2971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5176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6888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naming rules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domain context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78308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7492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50749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75488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names,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constraints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83080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17804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7"/>
          <p:cNvSpPr/>
          <p:nvPr/>
        </p:nvSpPr>
        <p:spPr>
          <a:xfrm>
            <a:off x="71780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85800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675120" y="2606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version tag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44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AI does for you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1295C"/>
                </a:solidFill>
              </a:rPr>
              <a:t>Spots duplicates: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age_of_onset, aao, age_at_onset — same field, three names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1295C"/>
                </a:solidFill>
              </a:rPr>
              <a:t>Suggests types &amp; constraints: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sex → enum (Male | Female | Other), Required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1295C"/>
                </a:solidFill>
              </a:rPr>
              <a:t>Catches nullability rules: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age_of_onset → nullable (controls don't have one)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AI Curation Looks Like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from your GP2 schema. You accept what's right, fix what's 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Type: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enum     </a:t>
            </a:r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Values: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Male | Female | Other/Unknown/Not Reported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Priority: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Required     </a:t>
            </a:r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Alias detected: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reported_sex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600200"/>
            <a:ext cx="365760" cy="365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3200400"/>
            <a:ext cx="78638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20040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264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age_of_onset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3593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Type: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numeric     </a:t>
            </a:r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Range: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0–120     </a:t>
            </a:r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Nullable: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yes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Reason: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"Expected null for non-PD phenotypes"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</a:rPr>
              <a:t>Aliases detected: 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age_at_onset, aao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2918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The Registry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single source of truth. All 37 elements, versioned and immutable.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9000" y="1828800"/>
            <a:ext cx="2286000" cy="22860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1488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2044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GP2 Clinical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Manifest v1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2044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elements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463040" y="2971800"/>
            <a:ext cx="19659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468880"/>
            <a:ext cx="146304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468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15000" y="228600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828800"/>
            <a:ext cx="1645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schema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15000" y="347472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0" y="3108960"/>
            <a:ext cx="16459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rules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something? New version. Old versions stay immutable.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Map Incoming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320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Engine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site uploads their CSV. AI matches their columns to your canonical schema. You confirm.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Schema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GP2 Clinical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v1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10312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7472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36118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605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Source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1188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their CSV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their names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09360" y="155448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9516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Matches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46520" y="2286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 candidates.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accept, reject,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pick alternatives.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144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matching works under the hood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914400" y="3886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</a:rPr>
              <a:t>TF-IDF (lexical):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</a:rPr>
              <a:t>catches exact and near-exact name matches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</a:rPr>
              <a:t>Embeddings (semantic):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</a:rPr>
              <a:t>catches synonyms — knows a260_280_ratio and r260_280 mean the same thing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1295C"/>
                </a:solidFill>
              </a:rPr>
              <a:t>AI evaluation: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</a:rPr>
              <a:t>Claude reviews the top candidates and gives a confidence score + reasoning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alternate names from your schema. The AI finds them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Field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Matched 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dna_volume_ul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96596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404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DNA_volume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476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a260_280_ratio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4231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048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r260_280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40487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5236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6"/>
          <p:cNvSpPr/>
          <p:nvPr/>
        </p:nvSpPr>
        <p:spPr>
          <a:xfrm>
            <a:off x="82296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clinical_diagnosis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8803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4048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862072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5236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8" name="Text 20"/>
          <p:cNvSpPr/>
          <p:nvPr/>
        </p:nvSpPr>
        <p:spPr>
          <a:xfrm>
            <a:off x="82296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genotyping_lab</a:t>
            </a:r>
            <a:endParaRPr lang="en-US" sz="12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33756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84048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Genotyping_site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31927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45236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24"/>
          <p:cNvSpPr/>
          <p:nvPr/>
        </p:nvSpPr>
        <p:spPr>
          <a:xfrm>
            <a:off x="82296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reported_sex</a:t>
            </a:r>
            <a:endParaRPr lang="en-US" sz="12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79476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84048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2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0" y="3776472"/>
            <a:ext cx="274320" cy="27432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45236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0" name="Text 28"/>
          <p:cNvSpPr/>
          <p:nvPr/>
        </p:nvSpPr>
        <p:spPr>
          <a:xfrm>
            <a:off x="82296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age_at_onset</a:t>
            </a:r>
            <a:endParaRPr lang="en-US" sz="12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3280" y="4251960"/>
            <a:ext cx="274320" cy="27432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384048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age_of_onset</a:t>
            </a:r>
            <a:endParaRPr lang="en-US" sz="12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2320" y="4233672"/>
            <a:ext cx="274320" cy="27432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745236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200" dirty="0"/>
          </a:p>
        </p:txBody>
      </p:sp>
      <p:sp>
        <p:nvSpPr>
          <p:cNvPr id="45" name="Text 31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knows a260_280_ratio and r260_280 are the same thing. You just confirm.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— Validate in DataForge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harmonized CSV. Four levels of validation fire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73152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08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required fields, enum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 must be Male | Female | Other...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331720"/>
            <a:ext cx="73152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31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331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rules across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 → must have age_at_diagnosis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54680"/>
            <a:ext cx="73152" cy="685800"/>
          </a:xfrm>
          <a:prstGeom prst="rect">
            <a:avLst/>
          </a:prstGeom>
          <a:solidFill>
            <a:srgbClr val="2A8FB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1546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3154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within the batch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154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duplicate GP2sampleIDs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977640"/>
            <a:ext cx="73152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9776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Cross-batch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submissions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977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sample can't change sex between batches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rules from your schema run in seconds — not hours of spreadsheet QC.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Errors Forge Actually Catches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sample data. These are real problems baked into the test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630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965960" y="1463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0604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GP2sampleID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77640" y="1463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— required field, can't have a record with no 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084832"/>
            <a:ext cx="7863840" cy="59436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219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08483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965960" y="20848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20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604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977640" y="20848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"InvalidSex" — not in the enum (Male | Female | Other...)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2706624"/>
            <a:ext cx="7863840" cy="594360"/>
          </a:xfrm>
          <a:prstGeom prst="rect">
            <a:avLst/>
          </a:prstGeom>
          <a:solidFill>
            <a:srgbClr val="FFFB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4378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70662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965960" y="27066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19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606040" y="270662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r260_280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977640" y="27066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 — below 1.8, possible DNA contamination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328416"/>
            <a:ext cx="7863840" cy="594360"/>
          </a:xfrm>
          <a:prstGeom prst="rect">
            <a:avLst/>
          </a:prstGeom>
          <a:solidFill>
            <a:srgbClr val="FFFBE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6557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32841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965960" y="332841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25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2606040" y="3328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age_of_onset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977640" y="332841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with onset age 55 — controls shouldn't have one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0080" y="3950208"/>
            <a:ext cx="7863840" cy="59436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87368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395020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965960" y="39502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18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2606040" y="3950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age_of_onset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977640" y="39502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at 70 but diagnosis at 65 — onset can't be after diagnosis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hunting through spreadsheets. Forge tells you exactly what's wrong and where.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 — Review &amp; Publish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manager claims the submission, reviews results, approves or sends 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5943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UPLOADED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9164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3120" y="1554480"/>
            <a:ext cx="146304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210312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VALIDATING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91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49040" y="1554480"/>
            <a:ext cx="146304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8"/>
          <p:cNvSpPr/>
          <p:nvPr/>
        </p:nvSpPr>
        <p:spPr>
          <a:xfrm>
            <a:off x="374904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9164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09360" y="1554480"/>
            <a:ext cx="1463040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0"/>
          <p:cNvSpPr/>
          <p:nvPr/>
        </p:nvSpPr>
        <p:spPr>
          <a:xfrm>
            <a:off x="6309360" y="15544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ACCEPTED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749040" y="2423160"/>
            <a:ext cx="146304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2"/>
          <p:cNvSpPr/>
          <p:nvPr/>
        </p:nvSpPr>
        <p:spPr>
          <a:xfrm>
            <a:off x="3749040" y="2423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NEEDED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30352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resubmit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4612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Exclusive lock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229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 submission so nobody else edits it at the same time. Auto-releases after timeout.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47472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474720" y="324612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0"/>
          <p:cNvSpPr/>
          <p:nvPr/>
        </p:nvSpPr>
        <p:spPr>
          <a:xfrm>
            <a:off x="365760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tracking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65760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creates a new version. Full diff from previous. Nothing gets lost.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09360" y="32461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309360" y="324612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4"/>
          <p:cNvSpPr/>
          <p:nvPr/>
        </p:nvSpPr>
        <p:spPr>
          <a:xfrm>
            <a:off x="649224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49224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— who uploaded, who validated, who approved, when. Immutable.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Picture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Manager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926080" y="1188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Curates schema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Publishes to Registry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Reviews submissions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Approves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Site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926080" y="1920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Maps their data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Submits to DataForge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Fixes errors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Resubmits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517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8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92608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matching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Automated validation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Audit trail</a:t>
            </a:r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  →  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Clean data out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40080" y="3337560"/>
            <a:ext cx="78638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a clear job. Forge handles the tedious parts.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4251960"/>
            <a:ext cx="146304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1"/>
          <p:cNvSpPr/>
          <p:nvPr/>
        </p:nvSpPr>
        <p:spPr>
          <a:xfrm>
            <a:off x="45720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CDE List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4343400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194560" y="4251960"/>
            <a:ext cx="14630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3"/>
          <p:cNvSpPr/>
          <p:nvPr/>
        </p:nvSpPr>
        <p:spPr>
          <a:xfrm>
            <a:off x="219456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343400"/>
            <a:ext cx="228600" cy="2286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931920" y="4251960"/>
            <a:ext cx="1463040" cy="502920"/>
          </a:xfrm>
          <a:prstGeom prst="rect">
            <a:avLst/>
          </a:prstGeom>
          <a:solidFill>
            <a:srgbClr val="2A8FB0"/>
          </a:solidFill>
          <a:ln/>
        </p:spPr>
      </p:sp>
      <p:sp>
        <p:nvSpPr>
          <p:cNvPr id="22" name="Text 15"/>
          <p:cNvSpPr/>
          <p:nvPr/>
        </p:nvSpPr>
        <p:spPr>
          <a:xfrm>
            <a:off x="393192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Mapped Data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4343400"/>
            <a:ext cx="228600" cy="2286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669280" y="4251960"/>
            <a:ext cx="14630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17"/>
          <p:cNvSpPr/>
          <p:nvPr/>
        </p:nvSpPr>
        <p:spPr>
          <a:xfrm>
            <a:off x="566928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4343400"/>
            <a:ext cx="228600" cy="2286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406640" y="4251960"/>
            <a:ext cx="146304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19"/>
          <p:cNvSpPr/>
          <p:nvPr/>
        </p:nvSpPr>
        <p:spPr>
          <a:xfrm>
            <a:off x="740664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TL;DR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657600" cy="2560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Manual spreadsheet QC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Inconsistent field names across sites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No audit trail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Weeks per batch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657600" cy="25603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Forge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AI does the field matching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Validation in seconds, not hours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Errors are specific — row, field, why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Everything is tracked and versioned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4231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GP2 Clinical Data Walkthrough</dc:title>
  <dc:subject>PptxGenJS Presentation</dc:subject>
  <dc:creator>Forge Team</dc:creator>
  <cp:lastModifiedBy>Forge Team</cp:lastModifiedBy>
  <cp:revision>1</cp:revision>
  <dcterms:created xsi:type="dcterms:W3CDTF">2026-02-26T22:23:29Z</dcterms:created>
  <dcterms:modified xsi:type="dcterms:W3CDTF">2026-02-26T22:23:29Z</dcterms:modified>
</cp:coreProperties>
</file>
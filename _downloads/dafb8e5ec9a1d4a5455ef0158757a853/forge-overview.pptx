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5"/>
    <p:restoredTop sz="94610"/>
  </p:normalViewPr>
  <p:slideViewPr>
    <p:cSldViewPr snapToGrid="0" snapToObjects="1">
      <p:cViewPr varScale="1">
        <p:scale>
          <a:sx n="229" d="100"/>
          <a:sy n="229" d="100"/>
        </p:scale>
        <p:origin x="208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22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Infrastructure for Research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10972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·  Traceable  ·  Scalable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organizations, consortia, and institutions that harmonize multi-source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Harmonization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research generates data from dozens of sources. Everyone names things differently. QC lives in spreadsheets. Compliance gets harder every year.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6002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Drift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" y="2084832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dictionaries degrade over time with no versioning, no change history, and no single source of truth. Every study reinvents the wheel.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16002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Untracked Decisions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7288" y="2084832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mappings live in spreadsheets and tribal knowledge. No audit trail. No reuse across studies. Institutional memory walks out the door.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2651760" cy="7315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3368" y="16002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Provenance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3368" y="2084832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data is mapped and validated, there is no traceable record connecting production output back to source submissions, reviewers, and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Forge?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822960"/>
          </a:xfrm>
          <a:prstGeom prst="rect">
            <a:avLst/>
          </a:prstGeom>
          <a:solidFill>
            <a:srgbClr val="112060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896112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is data governance infrastructure — a system that makes research data harmonization trustworthy, repeatable, and auditable at any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2606040" cy="2834640"/>
          </a:xfrm>
          <a:prstGeom prst="rect">
            <a:avLst/>
          </a:prstGeom>
          <a:solidFill>
            <a:srgbClr val="1A307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Registry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9443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versioned, immutable record of every canonical data element. One source of truth for your entire organization.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901952"/>
            <a:ext cx="2606040" cy="2834640"/>
          </a:xfrm>
          <a:prstGeom prst="rect">
            <a:avLst/>
          </a:prstGeom>
          <a:solidFill>
            <a:srgbClr val="1A307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64992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Harmonization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9443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maps source fields to your canonical schema, with full human review. Every decision is recorded with who, what, and why.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1901952"/>
            <a:ext cx="2606040" cy="2834640"/>
          </a:xfrm>
          <a:prstGeom prst="rect">
            <a:avLst/>
          </a:prstGeom>
          <a:solidFill>
            <a:srgbClr val="1A307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8192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08192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 Publication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08192" y="29443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validation, conditional logic, and cross-batch consistency checks. Every output is traceable back to its source.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Raw Data to Publication-Ready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governed steps — each with a full audit record — from raw submission to clean, citable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42646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536192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880360"/>
            <a:ext cx="1207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canonical common data elements in SchemaForge. AI suggests names, types, and constraints.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01368" y="3017520"/>
            <a:ext cx="128016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38528" y="1371600"/>
            <a:ext cx="142646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5728" y="1536192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95728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29968" y="217627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48256" y="2880360"/>
            <a:ext cx="1207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schema published as the organization's single source of truth.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74136" y="3017520"/>
            <a:ext cx="128016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11296" y="1371600"/>
            <a:ext cx="142646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68496" y="1536192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68496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02736" y="217627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21024" y="2880360"/>
            <a:ext cx="1207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incoming source fields to your schema. Humans confirm or correct.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46904" y="3017520"/>
            <a:ext cx="128016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84064" y="1371600"/>
            <a:ext cx="142646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41264" y="1536192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41264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75504" y="217627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93792" y="2880360"/>
            <a:ext cx="1207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of automated checks fire against the published schema.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19672" y="3017520"/>
            <a:ext cx="128016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56832" y="1371600"/>
            <a:ext cx="1426464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14032" y="1536192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14032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48272" y="217627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Publish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2880360"/>
            <a:ext cx="1207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approve submissions. Every action is audit-logged.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Changes When You Use Forge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657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4008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QC time per submission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93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replaces manual spreadsheet review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657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64008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2161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Unaccounta</a:t>
            </a:r>
            <a:r>
              <a:rPr lang="en-US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618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 decisions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9293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mapping recorded with actor, timestamp, and rationale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3657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64008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Ad-hoc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standards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953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are immutable, versioned, and reusable across studies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657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64008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182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Row-level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provenance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8953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traces back to submission, reviewer, source row, and timestamp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Use Across Research Programs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77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9784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Neurodegenerative Disease Consortia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Harmonizing clinical &amp; genotyping data across international silos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93457" y="2318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41578" y="269253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fields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92489" y="2340863"/>
            <a:ext cx="1097280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40610" y="2709118"/>
            <a:ext cx="1097280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datasets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3017520"/>
            <a:ext cx="3648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108960"/>
            <a:ext cx="3685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nomenclature enforced across a global consortium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maps each site's naming conventions to the canonical schema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Cross-batch consistency checks flag duplicate or conflicting records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every submission reviewed and approved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3977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39776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9784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1371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Path-ND — Neuropathology CDEs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19019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Harmonizing complex neuropathology data elements across two independent studies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3752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1,616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73752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8076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87768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87768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field names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73752" y="3017520"/>
            <a:ext cx="3648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73752" y="3108960"/>
            <a:ext cx="3685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 studies (NACC + Path-ND) with entirely different variable naming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maps BRAAK → braak_nft_stage, NPPMIH → postmortem_interval_hours automatically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Braak stage range (0–6), enum diagnoses, and cross-field logic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tracked from source submission to harmonized output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Core of 87 mandatory CDEs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is getting very good at matching.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7899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is the differentiator.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1A307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AI/ML provides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field mapping suggestions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and alias detection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candidate matches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reasoning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capabilities are improving every year — and becoming commodities.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3931920" cy="2926080"/>
          </a:xfrm>
          <a:prstGeom prst="rect">
            <a:avLst/>
          </a:prstGeom>
          <a:solidFill>
            <a:srgbClr val="11205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8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Forge adds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schema registry — the single source of truth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record of every mapping decision and reviewer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provenance from source to production dataset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workflows that satisfy regulatory requirements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capabilities compound over time — and cannot be replicated by a fresh LLM session.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We're Going: API-First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is accessible programmatically. The web interface is one client among many.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920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538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Web Application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1645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App deployed for partner organizations. Validates core workflows, builds the shared schema library, and collects feedback on API design.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1325880"/>
            <a:ext cx="19202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77440" y="1325880"/>
            <a:ext cx="19202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14538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API Surface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331720"/>
            <a:ext cx="1645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APIs formalized into a versioned, documented public API. Schema Registry, Harmonization, Validation, and Review APIs — all stable and documented.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1325880"/>
            <a:ext cx="19202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0" y="1325880"/>
            <a:ext cx="19202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14538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SDK + CLI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331720"/>
            <a:ext cx="1645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 and CLI for data engineers. Validate CSVs, run harmonization, and publish schemas directly from the terminal or CI/CD pipelines.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1325880"/>
            <a:ext cx="19202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1325880"/>
            <a:ext cx="1920240" cy="6400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14538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Ecosystem Integrations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2331720"/>
            <a:ext cx="1645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REDCap plugin · Jupyter extension · R package · CI/CD pipeline hooks — same APIs, pluggable clients for every research workflow.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harmonization is only as trustworthy as the governance behind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0972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 — the single source of truth for your data standards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Harmonization — fast, auditable, and human-confirmed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Publication — every row traceable from source to output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SchemaForge  +  DataForge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841</Words>
  <Application>Microsoft Macintosh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Executive Overview</dc:title>
  <dc:subject>PptxGenJS Presentation</dc:subject>
  <dc:creator>PptxGenJS</dc:creator>
  <cp:lastModifiedBy>Vitale, Dan (NIH/NIA/IRP) [C]</cp:lastModifiedBy>
  <cp:revision>2</cp:revision>
  <dcterms:created xsi:type="dcterms:W3CDTF">2026-03-11T16:19:20Z</dcterms:created>
  <dcterms:modified xsi:type="dcterms:W3CDTF">2026-03-12T19:57:43Z</dcterms:modified>
</cp:coreProperties>
</file>